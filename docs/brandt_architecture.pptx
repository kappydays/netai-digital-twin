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9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</a:rPr>
              <a:t>BranDT: OpenUSD Digital Twin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</a:rPr>
              <a:t>Nucleus -&gt; Iceberg Lakehouse -&gt; Time Travel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114800" cy="14630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</a:rPr>
              <a:t>NVIDIA Isaac Sim</a:t>
            </a:r>
          </a:p>
          <a:p>
            <a:pPr algn="ctr"/>
            <a:r>
              <a:rPr sz="1000" i="1" dirty="0">
                <a:solidFill>
                  <a:srgbClr val="555555"/>
                </a:solidFill>
              </a:rPr>
              <a:t>USD Stage  |  Viewport  | 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3563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555555"/>
                </a:solidFill>
              </a:rPr>
              <a:t>/World
  /Robots/</a:t>
            </a:r>
            <a:r>
              <a:rPr sz="800" b="0" i="0" dirty="0" err="1">
                <a:solidFill>
                  <a:srgbClr val="555555"/>
                </a:solidFill>
              </a:rPr>
              <a:t>Jetbot</a:t>
            </a:r>
            <a:r>
              <a:rPr sz="800" b="0" i="0" dirty="0">
                <a:solidFill>
                  <a:srgbClr val="555555"/>
                </a:solidFill>
              </a:rPr>
              <a:t>   (ref: </a:t>
            </a:r>
            <a:r>
              <a:rPr sz="800" b="0" i="0" dirty="0" err="1">
                <a:solidFill>
                  <a:srgbClr val="555555"/>
                </a:solidFill>
              </a:rPr>
              <a:t>jetbot.usd</a:t>
            </a:r>
            <a:r>
              <a:rPr sz="800" b="0" i="0" dirty="0">
                <a:solidFill>
                  <a:srgbClr val="555555"/>
                </a:solidFill>
              </a:rPr>
              <a:t>)
  /Environment/Table (ref: </a:t>
            </a:r>
            <a:r>
              <a:rPr sz="800" b="0" i="0" dirty="0" err="1">
                <a:solidFill>
                  <a:srgbClr val="555555"/>
                </a:solidFill>
              </a:rPr>
              <a:t>table.usd</a:t>
            </a:r>
            <a:r>
              <a:rPr sz="800" b="0" i="0" dirty="0">
                <a:solidFill>
                  <a:srgbClr val="555555"/>
                </a:solidFill>
              </a:rPr>
              <a:t>)
  /Props/</a:t>
            </a:r>
            <a:r>
              <a:rPr sz="800" b="0" i="0" dirty="0" err="1">
                <a:solidFill>
                  <a:srgbClr val="555555"/>
                </a:solidFill>
              </a:rPr>
              <a:t>Block_A</a:t>
            </a:r>
            <a:r>
              <a:rPr sz="800" b="0" i="0" dirty="0">
                <a:solidFill>
                  <a:srgbClr val="555555"/>
                </a:solidFill>
              </a:rPr>
              <a:t>    (ref: </a:t>
            </a:r>
            <a:r>
              <a:rPr sz="800" b="0" i="0" dirty="0" err="1">
                <a:solidFill>
                  <a:srgbClr val="555555"/>
                </a:solidFill>
              </a:rPr>
              <a:t>block.usd</a:t>
            </a:r>
            <a:r>
              <a:rPr sz="800" b="0" i="0" dirty="0">
                <a:solidFill>
                  <a:srgbClr val="555555"/>
                </a:solidFill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508760"/>
            <a:ext cx="640080" cy="228600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BF360C"/>
                </a:solidFill>
              </a:rPr>
              <a:t>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508760"/>
            <a:ext cx="502920" cy="2286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4A148C"/>
                </a:solidFill>
              </a:rPr>
              <a:t>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3474720" cy="14630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A1A1A"/>
                </a:solidFill>
              </a:rPr>
              <a:t>Omniverse Nucleus</a:t>
            </a:r>
          </a:p>
          <a:p>
            <a:pPr algn="ctr"/>
            <a:r>
              <a:rPr sz="1000" i="1">
                <a:solidFill>
                  <a:srgbClr val="555555"/>
                </a:solidFill>
              </a:rPr>
              <a:t>USD File Server (omniverse://)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829649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 err="1">
                <a:solidFill>
                  <a:srgbClr val="555555"/>
                </a:solidFill>
              </a:rPr>
              <a:t>scene.usd</a:t>
            </a:r>
            <a:r>
              <a:rPr sz="800" b="0" i="0" dirty="0">
                <a:solidFill>
                  <a:srgbClr val="555555"/>
                </a:solidFill>
              </a:rPr>
              <a:t>  (root layer)
</a:t>
            </a:r>
            <a:r>
              <a:rPr sz="800" b="0" i="0" dirty="0" err="1">
                <a:solidFill>
                  <a:srgbClr val="555555"/>
                </a:solidFill>
              </a:rPr>
              <a:t>jetbot.usd</a:t>
            </a:r>
            <a:r>
              <a:rPr sz="800" b="0" i="0" dirty="0">
                <a:solidFill>
                  <a:srgbClr val="555555"/>
                </a:solidFill>
              </a:rPr>
              <a:t>  |  </a:t>
            </a:r>
            <a:r>
              <a:rPr sz="800" b="0" i="0" dirty="0" err="1">
                <a:solidFill>
                  <a:srgbClr val="555555"/>
                </a:solidFill>
              </a:rPr>
              <a:t>kaya.usd</a:t>
            </a:r>
            <a:r>
              <a:rPr sz="800" b="0" i="0" dirty="0">
                <a:solidFill>
                  <a:srgbClr val="555555"/>
                </a:solidFill>
              </a:rPr>
              <a:t>  |  </a:t>
            </a:r>
            <a:r>
              <a:rPr sz="800" b="0" i="0" dirty="0" err="1">
                <a:solidFill>
                  <a:srgbClr val="555555"/>
                </a:solidFill>
              </a:rPr>
              <a:t>table.usd</a:t>
            </a:r>
            <a:r>
              <a:rPr sz="800" b="0" i="0" dirty="0">
                <a:solidFill>
                  <a:srgbClr val="555555"/>
                </a:solidFill>
              </a:rPr>
              <a:t>
</a:t>
            </a:r>
            <a:r>
              <a:rPr sz="800" b="0" i="0" dirty="0" err="1">
                <a:solidFill>
                  <a:srgbClr val="555555"/>
                </a:solidFill>
              </a:rPr>
              <a:t>basic_block.usd</a:t>
            </a:r>
            <a:r>
              <a:rPr sz="800" b="0" i="0" dirty="0">
                <a:solidFill>
                  <a:srgbClr val="555555"/>
                </a:solidFill>
              </a:rPr>
              <a:t>  |  </a:t>
            </a:r>
            <a:r>
              <a:rPr sz="800" b="0" i="0" dirty="0" err="1">
                <a:solidFill>
                  <a:srgbClr val="555555"/>
                </a:solidFill>
              </a:rPr>
              <a:t>grid.usd</a:t>
            </a:r>
            <a:endParaRPr sz="800" b="0" i="0" dirty="0">
              <a:solidFill>
                <a:srgbClr val="55555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4840" y="11887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27B0"/>
                </a:solidFill>
              </a:rPr>
              <a:t>Save / Open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1554480"/>
            <a:ext cx="914400" cy="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2743200"/>
            <a:ext cx="8503920" cy="2011680"/>
          </a:xfrm>
          <a:prstGeom prst="roundRect">
            <a:avLst/>
          </a:prstGeom>
          <a:solidFill>
            <a:srgbClr val="F1F8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E7D32"/>
                </a:solidFill>
              </a:rPr>
              <a:t>Nucleus Pipeline  (</a:t>
            </a:r>
            <a:r>
              <a:rPr sz="1400" b="1" i="0" dirty="0" err="1">
                <a:solidFill>
                  <a:srgbClr val="2E7D32"/>
                </a:solidFill>
              </a:rPr>
              <a:t>nucleus_pipeline</a:t>
            </a:r>
            <a:r>
              <a:rPr sz="1400" b="1" i="0" dirty="0">
                <a:solidFill>
                  <a:srgbClr val="2E7D32"/>
                </a:solidFill>
              </a:rPr>
              <a:t>/)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558B2F"/>
                </a:solidFill>
              </a:rPr>
              <a:t>Python CLI  |  </a:t>
            </a:r>
            <a:r>
              <a:rPr sz="900" b="0" i="1" dirty="0" err="1">
                <a:solidFill>
                  <a:srgbClr val="558B2F"/>
                </a:solidFill>
              </a:rPr>
              <a:t>PyUSD</a:t>
            </a:r>
            <a:r>
              <a:rPr sz="900" b="0" i="1" dirty="0">
                <a:solidFill>
                  <a:srgbClr val="558B2F"/>
                </a:solidFill>
              </a:rPr>
              <a:t> (</a:t>
            </a:r>
            <a:r>
              <a:rPr sz="900" b="0" i="1" dirty="0" err="1">
                <a:solidFill>
                  <a:srgbClr val="558B2F"/>
                </a:solidFill>
              </a:rPr>
              <a:t>usd</a:t>
            </a:r>
            <a:r>
              <a:rPr sz="900" b="0" i="1" dirty="0">
                <a:solidFill>
                  <a:srgbClr val="558B2F"/>
                </a:solidFill>
              </a:rPr>
              <a:t>-core)  |  </a:t>
            </a:r>
            <a:r>
              <a:rPr sz="900" b="0" i="1" dirty="0" err="1">
                <a:solidFill>
                  <a:srgbClr val="558B2F"/>
                </a:solidFill>
              </a:rPr>
              <a:t>omniverseclient</a:t>
            </a:r>
            <a:r>
              <a:rPr sz="900" b="0" i="1" dirty="0">
                <a:solidFill>
                  <a:srgbClr val="558B2F"/>
                </a:solidFill>
              </a:rPr>
              <a:t>  |  No Isaac Sim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8288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1. Download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omniverseclient
(subprocess isolation)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291840"/>
            <a:ext cx="201168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2. Parse USD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Entity Detection
Override Extraction
Asset URL Parsing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291840"/>
            <a:ext cx="201168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3. Generate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Create root.usda
Rewrite Ref/Payload
paths to ./entities/*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291840"/>
            <a:ext cx="173736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4. Store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MinIO Upload
Iceberg INSERT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3886200"/>
            <a:ext cx="18288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3886200"/>
            <a:ext cx="18288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75120" y="3886200"/>
            <a:ext cx="18288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0" y="2468880"/>
            <a:ext cx="228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C27B0"/>
                </a:solidFill>
              </a:rPr>
              <a:t>omni.client.read_file()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71600" y="2377440"/>
            <a:ext cx="5669280" cy="365760"/>
          </a:xfrm>
          <a:prstGeom prst="line">
            <a:avLst/>
          </a:prstGeom>
          <a:ln w="1905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" y="5120640"/>
            <a:ext cx="3840480" cy="1554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MinIO (S3-Compatible Storage)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365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backups/{timestamp}/
  root.usda        (full Stage local data)
  entities/
    jetbot.usd      (original asset)
    kaya.usd
    basic_block.usd  (shared, deduplicated)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120640"/>
            <a:ext cx="4389120" cy="15544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Apache Iceberg (via Trino SQL)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486400"/>
            <a:ext cx="411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55"/>
                </a:solidFill>
              </a:rPr>
              <a:t>entities
  entity_path | type | hash | backup_source | time
prim_snapshots
  entity_path | properties (Override JSON) | hash
Time Travel: query any past state via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80060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000"/>
                </a:solidFill>
              </a:rPr>
              <a:t>USD Files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194560" y="4754880"/>
            <a:ext cx="5120640" cy="365760"/>
          </a:xfrm>
          <a:prstGeom prst="line">
            <a:avLst/>
          </a:prstGeom>
          <a:ln w="19050">
            <a:solidFill>
              <a:srgbClr val="FF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0" y="4800600"/>
            <a:ext cx="1645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F51B5"/>
                </a:solidFill>
              </a:rPr>
              <a:t>Override + Metadata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583680" y="4754880"/>
            <a:ext cx="1188720" cy="365760"/>
          </a:xfrm>
          <a:prstGeom prst="line">
            <a:avLst/>
          </a:prstGeom>
          <a:ln w="19050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18320" y="1371600"/>
            <a:ext cx="2468880" cy="274320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A1A1A"/>
                </a:solidFill>
              </a:rPr>
              <a:t>Time Travel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011680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064"/>
                </a:solidFill>
              </a:rPr>
              <a:t>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377440"/>
            <a:ext cx="2103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695C"/>
                </a:solidFill>
              </a:rPr>
              <a:t>"Where was Jetbot
2 hours ago?"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064"/>
                </a:solidFill>
              </a:rPr>
              <a:t>Restore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200400"/>
            <a:ext cx="21031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95C"/>
                </a:solidFill>
              </a:rPr>
              <a:t>Download root.usda from MinIO
-&gt; Open in Isaac Sim
-&gt; Past Stage restored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5120640"/>
            <a:ext cx="2468880" cy="15544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Web Dashboard</a:t>
            </a:r>
          </a:p>
          <a:p>
            <a:pPr algn="ctr"/>
            <a:r>
              <a:rPr sz="900" i="1">
                <a:solidFill>
                  <a:srgbClr val="555555"/>
                </a:solidFill>
              </a:rPr>
              <a:t>Entity Diff  |  SQL Query
Congestion  |  Iceberg Hub
React :3000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778240" y="3200400"/>
            <a:ext cx="640080" cy="2286000"/>
          </a:xfrm>
          <a:prstGeom prst="line">
            <a:avLst/>
          </a:prstGeom>
          <a:ln w="19050">
            <a:solidFill>
              <a:srgbClr val="3F51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686800" y="429768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F51B5"/>
                </a:solidFill>
              </a:rPr>
              <a:t>SQL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114800" y="3657600"/>
            <a:ext cx="5303520" cy="1828800"/>
          </a:xfrm>
          <a:prstGeom prst="line">
            <a:avLst/>
          </a:prstGeom>
          <a:ln w="19050">
            <a:solidFill>
              <a:srgbClr val="FF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0" y="493776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000"/>
                </a:solidFill>
              </a:rPr>
              <a:t>USD Download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78240" y="5943600"/>
            <a:ext cx="640080" cy="0"/>
          </a:xfrm>
          <a:prstGeom prst="line">
            <a:avLst/>
          </a:prstGeom>
          <a:ln w="19050">
            <a:solidFill>
              <a:srgbClr val="E91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0" y="685800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CC1"/>
                </a:solidFill>
              </a:rPr>
              <a:t>Restore: Open root.usda in Isaac Sim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4389120" y="1097280"/>
            <a:ext cx="5029200" cy="274320"/>
          </a:xfrm>
          <a:prstGeom prst="line">
            <a:avLst/>
          </a:prstGeom>
          <a:ln w="31750">
            <a:solidFill>
              <a:srgbClr val="00A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7200" y="6537960"/>
            <a:ext cx="228600" cy="1828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731520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Isaac Sim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03120" y="6537960"/>
            <a:ext cx="228600" cy="1828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2377439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Nucleus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49039" y="6537960"/>
            <a:ext cx="228600" cy="182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4023359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Pipeline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94960" y="6537960"/>
            <a:ext cx="228600" cy="1828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5669280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MinIO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40880" y="6537960"/>
            <a:ext cx="228600" cy="1828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7315200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Iceberg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6537960"/>
            <a:ext cx="228600" cy="1828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8961120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Time Travel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32720" y="6537960"/>
            <a:ext cx="228600" cy="1828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10607040" y="653796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360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김강렬</cp:lastModifiedBy>
  <cp:revision>2</cp:revision>
  <dcterms:created xsi:type="dcterms:W3CDTF">2013-01-27T09:14:16Z</dcterms:created>
  <dcterms:modified xsi:type="dcterms:W3CDTF">2026-03-30T05:41:40Z</dcterms:modified>
  <cp:category/>
</cp:coreProperties>
</file>